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206240" cy="4206240"/>
          </a:xfrm>
          <a:prstGeom prst="ellipse">
            <a:avLst/>
          </a:prstGeom>
          <a:solidFill>
            <a:srgbClr val="CFE2F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291840" cy="3291840"/>
          </a:xfrm>
          <a:prstGeom prst="ellipse">
            <a:avLst/>
          </a:prstGeom>
          <a:solidFill>
            <a:srgbClr val="FBE0C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CAPSTONE PROJECT  ·  CHRIST UNIVERSITY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CareerOS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Career Intelligence Platform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E8F0F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1605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Vaibhav Sahu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25225026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UN SDG 4 (Quality Education) &amp; SDG 8 (Decent Work and Economic Growth)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206240" cy="4206240"/>
          </a:xfrm>
          <a:prstGeom prst="ellipse">
            <a:avLst/>
          </a:prstGeom>
          <a:solidFill>
            <a:srgbClr val="CFE2F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291840" cy="3291840"/>
          </a:xfrm>
          <a:prstGeom prst="ellipse">
            <a:avLst/>
          </a:prstGeom>
          <a:solidFill>
            <a:srgbClr val="FBE0C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SDG Alignment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4630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resume analysis, skill-gap identification, learning guidance, mock interviews, and portfolio evaluation into one AI-driven platform.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4231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AI layer a persistent “Career Memory” so guidance improves with repeated use instead of resetting each session.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3832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role-based dashboards for Student, Recruiter, Placement Officer, Faculty, and Admin.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343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 explainable Career Readiness Score, not a black-box number.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949440" y="1508760"/>
            <a:ext cx="4709160" cy="2148840"/>
          </a:xfrm>
          <a:prstGeom prst="roundRect">
            <a:avLst>
              <a:gd name="adj" fmla="val 3404"/>
            </a:avLst>
          </a:prstGeom>
          <a:solidFill>
            <a:srgbClr val="E8F0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0" y="178308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046720" y="17830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4 — Quality Education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2286000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roadmaps close each student's specific skill gaps, improving access to relevant resources.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3886200"/>
            <a:ext cx="4709160" cy="2148840"/>
          </a:xfrm>
          <a:prstGeom prst="roundRect">
            <a:avLst>
              <a:gd name="adj" fmla="val 3404"/>
            </a:avLst>
          </a:prstGeom>
          <a:solidFill>
            <a:srgbClr val="FDEEE3"/>
          </a:solidFill>
          <a:ln/>
        </p:spPr>
      </p:sp>
      <p:sp>
        <p:nvSpPr>
          <p:cNvPr id="24" name="Shape 22"/>
          <p:cNvSpPr/>
          <p:nvPr/>
        </p:nvSpPr>
        <p:spPr>
          <a:xfrm>
            <a:off x="7223760" y="4160520"/>
            <a:ext cx="640080" cy="640080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046720" y="41148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8 — Decent Work &amp; Economic Growth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23760" y="484632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resume quality, interview readiness, and skill-role fit improve employability outcomes and recruiter matching.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CareerOS — Project Presentation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206240" cy="4206240"/>
          </a:xfrm>
          <a:prstGeom prst="ellipse">
            <a:avLst/>
          </a:prstGeom>
          <a:solidFill>
            <a:srgbClr val="CFE2F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291840" cy="3291840"/>
          </a:xfrm>
          <a:prstGeom prst="ellipse">
            <a:avLst/>
          </a:prstGeom>
          <a:solidFill>
            <a:srgbClr val="FBE0C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&amp; Its Limitations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today stitch together resume builders, generic ATS checkers, standalone interview-prep apps, MOOC platforms, and manual certificate/GitHub tracking — none of which talk to each other.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94760" y="2240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spans resume, skills, interviews, and portfolio — overall readiness is never visible in one place.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017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Memory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 tools forget everything between sessions; guidance never compounds.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Scoring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3794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resume/ATS scoring ignores the student's actual target role.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4572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Reporting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94760" y="45720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cells track readiness in spreadsheets that don't scale and go stale fast.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457200" cy="457200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34440" y="5349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Explainability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94760" y="5349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resume tools return a score with no auditable breakdown of what drove it.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CareerOS — Project Presentation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206240" cy="4206240"/>
          </a:xfrm>
          <a:prstGeom prst="ellipse">
            <a:avLst/>
          </a:prstGeom>
          <a:solidFill>
            <a:srgbClr val="CFE2F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291840" cy="3291840"/>
          </a:xfrm>
          <a:prstGeom prst="ellipse">
            <a:avLst/>
          </a:prstGeom>
          <a:solidFill>
            <a:srgbClr val="FBE0C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— A Career Operating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CareerOS unifies the fragmented tools into one platform, and adds a persistent Career Memory layer so guidance to a student improves as the system learns more about them over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8F0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3500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&amp; ATS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AI parsing, ATS scoring, section feedback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21488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DEEE3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7720" y="23774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12080" y="23500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Gap &amp; Roadmap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17720" y="29260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Target-role comparison, sequenced learning path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21488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8F0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458200" y="23774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52560" y="23500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Career Mentor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58200" y="29260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RAG-grounded, memory-personalized guidance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DEEE3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41788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Interview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77240" y="47548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questions, structured feedback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89120" y="39776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E8F0FA"/>
          </a:solidFill>
          <a:ln/>
        </p:spPr>
      </p:sp>
      <p:sp>
        <p:nvSpPr>
          <p:cNvPr id="28" name="Shape 26"/>
          <p:cNvSpPr/>
          <p:nvPr/>
        </p:nvSpPr>
        <p:spPr>
          <a:xfrm>
            <a:off x="4617720" y="42062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212080" y="41788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Portfolio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617720" y="47548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analysis, project recommendations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0" y="39776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D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8458200" y="42062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4" name="Text 32"/>
          <p:cNvSpPr/>
          <p:nvPr/>
        </p:nvSpPr>
        <p:spPr>
          <a:xfrm>
            <a:off x="84582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052560" y="417880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Score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458200" y="47548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Composite, explainable employability score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CareerOS — Project Presentation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206240" cy="4206240"/>
          </a:xfrm>
          <a:prstGeom prst="ellipse">
            <a:avLst/>
          </a:prstGeom>
          <a:solidFill>
            <a:srgbClr val="CFE2F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291840" cy="3291840"/>
          </a:xfrm>
          <a:prstGeom prst="ellipse">
            <a:avLst/>
          </a:prstGeom>
          <a:solidFill>
            <a:srgbClr val="FBE0C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CONCEPTS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CareerOS Different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thin wrapper around a chatbot — purpose-built, independently explainable AI components.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945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Memory Engine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vector-backed student context that compounds over time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DEEE3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1945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RAG-Grounded Mentor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17720" y="27432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Mentor responses retrieved from the student's own history, not generic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20116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21945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Gap Prediction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58200" y="27432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Target-role skill vector vs. parsed-resume vector, with a generated roadmap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DEEE3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51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Score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Composite, explainable score with a visible factor breakdown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89120" y="40690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4251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Portfolio Analyzer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17720" y="48006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language mix, activity, and complexity signals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0" y="40690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DEEE3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4251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Recommendations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58200" y="48006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and resource suggestions driven by the live skill gap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CareerOS — Project Presentation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206240" cy="4206240"/>
          </a:xfrm>
          <a:prstGeom prst="ellipse">
            <a:avLst/>
          </a:prstGeom>
          <a:solidFill>
            <a:srgbClr val="CFE2F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291840" cy="3291840"/>
          </a:xfrm>
          <a:prstGeom prst="ellipse">
            <a:avLst/>
          </a:prstGeom>
          <a:solidFill>
            <a:srgbClr val="FBE0C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4892040"/>
          </a:xfrm>
          <a:prstGeom prst="roundRect">
            <a:avLst>
              <a:gd name="adj" fmla="val 1495"/>
            </a:avLst>
          </a:prstGeom>
          <a:solidFill>
            <a:srgbClr val="E8F0F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(by module)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User Management (RBAC)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Profile &amp; Resume (upload, parse, ATS)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&amp; Learning Roadmap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Mentor &amp; Career Memory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Portfolio &amp; Readiness Score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(job posting, search, AI ranking)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 &amp; Faculty analytics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(users, AI-service health, logs)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DEEE3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057400"/>
            <a:ext cx="48463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&lt;500ms standard APIs; AI responses start streaming within 5s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HTTPS, hashed credentials, server-side RBAC on every request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graceful degradation if AI service is unavailable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independently deployable, containerized services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first resume analysis completed within a 10-minute session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&amp; Portability: modular layers, Docker-deployable to any cloud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CareerOS — Project Presentation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206240" cy="4206240"/>
          </a:xfrm>
          <a:prstGeom prst="ellipse">
            <a:avLst/>
          </a:prstGeom>
          <a:solidFill>
            <a:srgbClr val="CFE2F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291840" cy="3291840"/>
          </a:xfrm>
          <a:prstGeom prst="ellipse">
            <a:avLst/>
          </a:prstGeom>
          <a:solidFill>
            <a:srgbClr val="FBE0C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— Role-Based Dashboards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7132320" cy="3493008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9050">
            <a:solidFill>
              <a:srgbClr val="E8F0FA"/>
            </a:solidFill>
            <a:prstDash val="solid"/>
          </a:ln>
        </p:spPr>
      </p:sp>
      <p:pic>
        <p:nvPicPr>
          <p:cNvPr id="7" name="Image 0" descr="/home/claude/design/diagrams/wireframe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040880" cy="34015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93776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Student Dashboard wireframe layout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6384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lands on a dashboard through the same shell: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201168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top nav + role-specific sidebar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scores — never a bare number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Quick-action cards for the most common task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disclosure: summaries link to detail screens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Responsive: sidebar collapses on tablet widths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CareerOS — Project Presentation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206240" cy="4206240"/>
          </a:xfrm>
          <a:prstGeom prst="ellipse">
            <a:avLst/>
          </a:prstGeom>
          <a:solidFill>
            <a:srgbClr val="CFE2F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291840" cy="3291840"/>
          </a:xfrm>
          <a:prstGeom prst="ellipse">
            <a:avLst/>
          </a:prstGeom>
          <a:solidFill>
            <a:srgbClr val="FBE0C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34599" y="1371600"/>
            <a:ext cx="8119754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9050">
            <a:solidFill>
              <a:srgbClr val="E8F0FA"/>
            </a:solidFill>
            <a:prstDash val="solid"/>
          </a:ln>
        </p:spPr>
      </p:sp>
      <p:pic>
        <p:nvPicPr>
          <p:cNvPr id="7" name="Image 0" descr="/home/claude/design/diagram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039" y="1463040"/>
            <a:ext cx="7936874" cy="4663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CareerOS — Project Presentation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206240" cy="4206240"/>
          </a:xfrm>
          <a:prstGeom prst="ellipse">
            <a:avLst/>
          </a:prstGeom>
          <a:solidFill>
            <a:srgbClr val="CFE2F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291840" cy="3291840"/>
          </a:xfrm>
          <a:prstGeom prst="ellipse">
            <a:avLst/>
          </a:prstGeom>
          <a:solidFill>
            <a:srgbClr val="FBE0C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— Core Entities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105053" cy="470916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9050">
            <a:solidFill>
              <a:srgbClr val="E8F0FA"/>
            </a:solidFill>
            <a:prstDash val="solid"/>
          </a:ln>
        </p:spPr>
      </p:sp>
      <p:pic>
        <p:nvPicPr>
          <p:cNvPr id="7" name="Image 0" descr="/home/claude/design/diagrams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922173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29221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Entity-Relationship diagram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60520" y="14630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60520" y="1920240"/>
            <a:ext cx="7406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is the single system of record; JSON columns hold AI-derived structured content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StudentProfile anchors resume, skill-gap, mentor, interview, portfolio, certificate, and readiness records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MentorSession stores only a summary + vector reference — full embeddings live in the vector DB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JobPosting / Application support the Recruiter flow; AI writes the rank score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(not shown) handles sessions, caching, and background job queues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CareerOS — Project Presentation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206240" cy="4206240"/>
          </a:xfrm>
          <a:prstGeom prst="ellipse">
            <a:avLst/>
          </a:prstGeom>
          <a:solidFill>
            <a:srgbClr val="CFE2F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291840" cy="3291840"/>
          </a:xfrm>
          <a:prstGeom prst="ellipse">
            <a:avLst/>
          </a:prstGeom>
          <a:solidFill>
            <a:srgbClr val="FBE0C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Algorithms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Gap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0" y="168249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482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68249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resume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60520" y="1682496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80560" y="168249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482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68249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97880" y="1682496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68249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482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8249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635240" y="1682496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55280" y="168249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482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68249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743200" y="296265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BF8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96265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60520" y="2962656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80560" y="296265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BF8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296265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962656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7920" y="296265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BF8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96265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35240" y="2962656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55280" y="296265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BF8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296265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1605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Mentor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(RAG)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2743200" y="424281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424281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60520" y="4242816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80560" y="424281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424281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Memory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4242816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7920" y="424281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424281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635240" y="4242816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955280" y="424281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424281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372600" y="4242816"/>
            <a:ext cx="320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692640" y="424281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92640" y="424281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flowcharts for each algorithm are provided in the companion Design Document.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CareerOS — Project Presentation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206240" cy="4206240"/>
          </a:xfrm>
          <a:prstGeom prst="ellipse">
            <a:avLst/>
          </a:prstGeom>
          <a:solidFill>
            <a:srgbClr val="CFE2F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291840" cy="3291840"/>
          </a:xfrm>
          <a:prstGeom prst="ellipse">
            <a:avLst/>
          </a:prstGeom>
          <a:solidFill>
            <a:srgbClr val="FBE0C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11480" cy="411480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48132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MVP: profile → resume analysis → skill gap → roadmap → mentor → mock interview → readiness score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411480" cy="411480"/>
          </a:xfrm>
          <a:prstGeom prst="ellipse">
            <a:avLst/>
          </a:prstGeom>
          <a:solidFill>
            <a:srgbClr val="FDEEE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25856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Recruiter flow: job posting → candidate search → AI-assisted ranking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03580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Officer view: cohort-level readiness and skill-gap analytics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FD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81304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Deployed, containerized system accessible via a public URL for demo and viva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411480" cy="411480"/>
          </a:xfrm>
          <a:prstGeom prst="ellipse">
            <a:avLst/>
          </a:prstGeom>
          <a:solidFill>
            <a:srgbClr val="E8F0F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6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59028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documentation: Synopsis, SRS, Design Document, Presentation, testing report, user manual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411480" cy="411480"/>
          </a:xfrm>
          <a:prstGeom prst="ellipse">
            <a:avLst/>
          </a:prstGeom>
          <a:solidFill>
            <a:srgbClr val="FDEEE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440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367528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with weekly commit history evidencing iterative development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CareerOS — Project Presentation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206240" cy="4206240"/>
          </a:xfrm>
          <a:prstGeom prst="ellipse">
            <a:avLst/>
          </a:prstGeom>
          <a:solidFill>
            <a:srgbClr val="CFE2F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394960"/>
            <a:ext cx="3291840" cy="3291840"/>
          </a:xfrm>
          <a:prstGeom prst="ellipse">
            <a:avLst/>
          </a:prstGeom>
          <a:solidFill>
            <a:srgbClr val="FBE0C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Viva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github.com/uhoh-vaibhav/CareerOS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Vaibhav Sahu  ·  Roll No. 25225026  ·  Christ University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2026-07-31T03:40:20Z</dcterms:created>
  <dcterms:modified xsi:type="dcterms:W3CDTF">2026-07-31T03:40:20Z</dcterms:modified>
</cp:coreProperties>
</file>